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Automated Circuit Failover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0C2A8"/>
                </a:solidFill>
                <a:latin typeface="Calibri"/>
              </a:rPr>
              <a:t>NetBox Cloud  ·  Event-Driven Ansible  ·  AAP Controller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0BCCC"/>
                </a:solidFill>
                <a:latin typeface="Calibri"/>
              </a:rPr>
              <a:t>Red Hat Summit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B0BCCC"/>
                </a:solidFill>
                <a:latin typeface="Calibri"/>
              </a:rPr>
              <a:t>Matt York  |  Sales Engineer, NetBox Labs</a:t>
            </a:r>
          </a:p>
        </p:txBody>
      </p:sp>
      <p:pic>
        <p:nvPicPr>
          <p:cNvPr id="7" name="Picture 6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552" y="5779008"/>
            <a:ext cx="1828800" cy="5166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The Problem: Manual Failover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Global WAN circuits are business-critical — downtime costs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When a circuit fails, engineers must: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79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Open spreadsheets to find the backup circuit and its endpoints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151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Manually determine which routers are affected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723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SSH into devices and apply config 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95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Update documentation after the 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867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Typical manual failover: 45+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171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NetBox without automation is still just a better spreadsheet</a:t>
            </a:r>
          </a:p>
        </p:txBody>
      </p:sp>
      <p:pic>
        <p:nvPicPr>
          <p:cNvPr id="12" name="Picture 11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The Solution: NetBox as Active Source of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NetBox Cloud holds every circuit, device, and connection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Copilot AI translates operator intent into precise API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79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A circuit status change fires a webhook — no manual trigger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Event-Driven Ansible (EDA) listens and reacts in real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186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AAP Controller discovers the backup from NetBox and 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Visual Explorer map updates live — no stale diagrams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7939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Automated failover: under 30 seconds  ·  Full audit trail</a:t>
            </a:r>
          </a:p>
        </p:txBody>
      </p:sp>
      <p:pic>
        <p:nvPicPr>
          <p:cNvPr id="11" name="Picture 10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0972800" cy="2514600"/>
          </a:xfrm>
          <a:prstGeom prst="rect">
            <a:avLst/>
          </a:prstGeom>
        </p:spPr>
      </p:pic>
      <p:pic>
        <p:nvPicPr>
          <p:cNvPr id="5" name="Picture 4" descr="netbox_logo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Demo Sequence</a:t>
            </a:r>
          </a:p>
        </p:txBody>
      </p:sp>
      <p:pic>
        <p:nvPicPr>
          <p:cNvPr id="4" name="Picture 3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789920" cy="3596640"/>
          </a:xfrm>
          <a:prstGeom prst="rect">
            <a:avLst/>
          </a:prstGeom>
        </p:spPr>
      </p:pic>
      <p:pic>
        <p:nvPicPr>
          <p:cNvPr id="5" name="Picture 4" descr="netbox_logo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Demo Flow —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51560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241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058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Visual Explorer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00584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Open the global WAN map — GB-Bristol hub with active circuits to Manila, Tokyo, Bucharest, Managua, Sydney, Atlanta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27048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813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Copilot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48132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Tell Copilot: "IPLC-GB-PH-PRI has failed — set it to deprovisioning"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02536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9751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9568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956816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NetBox webhook fires → EDA event stream → rulebook matches → triggers Circuit Failover job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78024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245059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3230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AAP Controller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432304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Queries NetBox for backup circuit (IPLC-GB-PH-SEC), simulates router config push, updates NetBox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953512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29260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907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Visual Explorer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290779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Refresh map — failed circuit line is gone, backup confirmed active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429000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34015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383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383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Open the failover report: sites, routers, timeline, ROI comparison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904488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" y="38770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8587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Claude + MCP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38587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Ask Claude: "What is the status of IPLC-GB-PH-PRI?" — live NetBox data confirms the failover</a:t>
            </a:r>
          </a:p>
        </p:txBody>
      </p:sp>
      <p:pic>
        <p:nvPicPr>
          <p:cNvPr id="32" name="Picture 31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Key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389120" cy="2103120"/>
          </a:xfrm>
          <a:prstGeom prst="rect">
            <a:avLst/>
          </a:prstGeom>
          <a:solidFill>
            <a:srgbClr val="142A3E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2A8"/>
                </a:solidFill>
                <a:latin typeface="Calibri"/>
              </a:rPr>
              <a:t>NetBox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0020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CCC"/>
                </a:solidFill>
                <a:latin typeface="Calibri"/>
              </a:rPr>
              <a:t>Source of Truth for every circuit, device, and connection.
Copilot AI + Visual Explorer + Webhook engine.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005840"/>
            <a:ext cx="4114800" cy="2103120"/>
          </a:xfrm>
          <a:prstGeom prst="rect">
            <a:avLst/>
          </a:prstGeom>
          <a:solidFill>
            <a:srgbClr val="142A3E"/>
          </a:solidFill>
          <a:ln w="19050"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1430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E0000"/>
                </a:solidFill>
                <a:latin typeface="Calibri"/>
              </a:rPr>
              <a:t>Event-Driven Ansible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CCC"/>
                </a:solidFill>
                <a:latin typeface="Calibri"/>
              </a:rPr>
              <a:t>Listens for circuit status changes via HTTP event stream.
Rulebook fires run_job_template instantly — no polling.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0" y="1005840"/>
            <a:ext cx="3246120" cy="2103120"/>
          </a:xfrm>
          <a:prstGeom prst="rect">
            <a:avLst/>
          </a:prstGeom>
          <a:solidFill>
            <a:srgbClr val="142A3E"/>
          </a:solidFill>
          <a:ln w="19050"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5400" y="11430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E0000"/>
                </a:solidFill>
                <a:latin typeface="Calibri"/>
              </a:rPr>
              <a:t>AAP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600200"/>
            <a:ext cx="3063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CCC"/>
                </a:solidFill>
                <a:latin typeface="Calibri"/>
              </a:rPr>
              <a:t>Runs the failover playbook. Discovers backup dynamically
from NetBox — no hardcoded circuit mappings.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474720"/>
            <a:ext cx="4389120" cy="2103120"/>
          </a:xfrm>
          <a:prstGeom prst="rect">
            <a:avLst/>
          </a:prstGeom>
          <a:solidFill>
            <a:srgbClr val="142A3E"/>
          </a:solidFill>
          <a:ln w="19050">
            <a:solidFill>
              <a:srgbClr val="B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6118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BCCC"/>
                </a:solidFill>
                <a:latin typeface="Calibri"/>
              </a:rPr>
              <a:t>Report Server (AWS)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0690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CCC"/>
                </a:solidFill>
                <a:latin typeface="Calibri"/>
              </a:rPr>
              <a:t>EC2 t3.micro with nginx + self-signed TLS. AAP uploads
the HTML failover report after every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3474720"/>
            <a:ext cx="6858000" cy="2103120"/>
          </a:xfrm>
          <a:prstGeom prst="rect">
            <a:avLst/>
          </a:prstGeom>
          <a:solidFill>
            <a:srgbClr val="142A3E"/>
          </a:solidFill>
          <a:ln w="19050">
            <a:solidFill>
              <a:srgbClr val="B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61188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BCCC"/>
                </a:solidFill>
                <a:latin typeface="Calibri"/>
              </a:rPr>
              <a:t>MCP Server (AWS)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06908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CCC"/>
                </a:solidFill>
                <a:latin typeface="Calibri"/>
              </a:rPr>
              <a:t>EC2 t3.micro running netbox-mcp-server via SSH stdio.
Allows Claude Code to query NetBox in natural language.</a:t>
            </a:r>
          </a:p>
        </p:txBody>
      </p:sp>
      <p:pic>
        <p:nvPicPr>
          <p:cNvPr id="19" name="Picture 18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The Playbook: Driven Entirely by NetBox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Input: just the failed circuit CID (e.g. IPLC-GB-PH-PRI)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Discovers A-side and Z-side sites from circuit terminations in NetBox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79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Finds all active circuits between those two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Selects the best backup by highest committed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186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No hardcoded backup mappings — add a new circuit to NetBox and it is automatically considered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Simulates router config push (stub tasks — real devices 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7939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Writes back to NetBox: primary → deprovisioning, backup confirmed active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97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Generates and publishes the HTML failover report</a:t>
            </a:r>
          </a:p>
        </p:txBody>
      </p:sp>
      <p:pic>
        <p:nvPicPr>
          <p:cNvPr id="12" name="Picture 11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All infrastructure provisioned with Terraform (infra/)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Two EC2 t3.micro instances in eu-west-2 (London)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848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Single SSH key pair generated by Terraform — never stored in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All resources tagged: Name=RedhatSummitEDADemo, owner=myork@netboxlabs.com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992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Report server: nginx + self-signed TLS, SSH on port 2222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95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MCP server: netbox-mcp-server installed via uv, SSH stdio transport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599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AAP wired up by setup_aap.py — idempotent, re-runnable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02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NetBox webhook configured automatically — points to EDA event 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Teardown: cd infra &amp;&amp; terraform destroy</a:t>
            </a:r>
          </a:p>
        </p:txBody>
      </p:sp>
      <p:pic>
        <p:nvPicPr>
          <p:cNvPr id="13" name="Picture 12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Key Messages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394960" cy="2011680"/>
          </a:xfrm>
          <a:prstGeom prst="rect">
            <a:avLst/>
          </a:prstGeom>
          <a:solidFill>
            <a:srgbClr val="142A3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F4444"/>
                </a:solidFill>
                <a:latin typeface="Calibri"/>
              </a:rPr>
              <a:t>~45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0BCCC"/>
                </a:solidFill>
                <a:latin typeface="Calibri"/>
              </a:rPr>
              <a:t>Manual failover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394960" cy="2011680"/>
          </a:xfrm>
          <a:prstGeom prst="rect">
            <a:avLst/>
          </a:prstGeom>
          <a:solidFill>
            <a:srgbClr val="142A3E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430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22C55E"/>
                </a:solidFill>
                <a:latin typeface="Calibri"/>
              </a:rPr>
              <a:t>&lt; 30 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0BCCC"/>
                </a:solidFill>
                <a:latin typeface="Calibri"/>
              </a:rPr>
              <a:t>Automated failover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✦  NetBox is not just a CMDB — it is an active source of truth that drives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2160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✦  EDA eliminates polling: the moment a circuit changes, the response is already running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97096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✦  The playbook discovers backup paths dynamically — it works for any circuit, any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72584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✦  Every failover is logged in NetBox, captured in AAP job history, and published as a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48072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✦  MCP lets Claude query live NetBox data — confirm outcomes in natural language</a:t>
            </a:r>
          </a:p>
        </p:txBody>
      </p:sp>
      <p:pic>
        <p:nvPicPr>
          <p:cNvPr id="15" name="Picture 14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Resetting 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Run ./reset.sh from the project root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Queries all circuits tagged 'dd' that are not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848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PATCHes every one back to active in NetBox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CCC"/>
                </a:solidFill>
                <a:latin typeface="Calibri"/>
              </a:rPr>
              <a:t>    •  Visual Explorer returns to starting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992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Or launch the Reset Demo job template in AAP 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95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Can also run individual circuits: IPLC-GB-JP-PRI, IPLC-GB-RO-PRI, etc.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599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The demo is fully repeatable — no manual cleanup needed</a:t>
            </a:r>
          </a:p>
        </p:txBody>
      </p:sp>
      <p:pic>
        <p:nvPicPr>
          <p:cNvPr id="11" name="Picture 10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Step 7: Confirm with Claude + NetBox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4114800" cy="5394960"/>
          </a:xfrm>
          <a:prstGeom prst="rect">
            <a:avLst/>
          </a:prstGeom>
          <a:solidFill>
            <a:srgbClr val="142A3E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What is the NetBox MCP Server?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Runs on a dedicated AWS 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Connected to your NetBox Cloud instance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79776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Read-only — queries only, no writes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4670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Accessed via SSH stdio transport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1363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Registered once with Claude Code:
claude mcp add netbox-mcp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Claude calls NetBox API tools
automatically behind the scenes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960120"/>
            <a:ext cx="7223760" cy="5394960"/>
          </a:xfrm>
          <a:prstGeom prst="rect">
            <a:avLst/>
          </a:prstGeom>
          <a:solidFill>
            <a:srgbClr val="142A3E"/>
          </a:solidFill>
          <a:ln w="19050">
            <a:solidFill>
              <a:srgbClr val="B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0972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BCCC"/>
                </a:solidFill>
                <a:latin typeface="Calibri"/>
              </a:rPr>
              <a:t>Example queries at the end of the demo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691640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1728216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What is the current status of IPLC-GB-PH-PRI?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112264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Confirms: Deprovisioning — failed circuit is recorded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660904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2697480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What is the status of IPLC-GB-PH-SEC?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081528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Confirms: Active — backup is live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630168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2040" y="3666744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Show me all active circuits between GB-Bristol and PH-Manila-01.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050792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Lists surviving circuits on that route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4599432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4636008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Which circuits are currently not active?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20056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Full view of any degraded paths across the WAN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5568696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5605272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When was IPLC-GB-PH-PRI last changed, and by whom?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5989320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Audit trail: timestamp + username from NetBox change log</a:t>
            </a:r>
          </a:p>
        </p:txBody>
      </p:sp>
      <p:pic>
        <p:nvPicPr>
          <p:cNvPr id="29" name="Picture 28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